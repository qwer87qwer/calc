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8F9555-7391-42D2-BFE3-2597CFC7D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8E68D2-3C27-422D-BCEA-E84C0B001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F3DB0E-C4B9-4590-8CB0-84DE69CC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CAC9-31CC-4A52-A610-818177D4586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C792F-43EA-4436-8E86-380A59ABD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0AAF9E-2528-4B02-B9F1-CB9D2298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0CFA-72B4-401E-B135-0566ED72B5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12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E1E51-0F8B-4EEE-A1E2-80E703BB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0F00E2-A59E-433F-9B38-2A0F600DF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D58E29-933D-4B8C-BCF3-2208E106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CAC9-31CC-4A52-A610-818177D4586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3F34F-4114-457D-BCB3-5BCD77EF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B4676B-EFBC-4197-B453-17EBDDB4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0CFA-72B4-401E-B135-0566ED72B5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329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5A7831-4CE3-480A-9CEF-6EF5A131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60E0F4-9434-4CF1-B3D2-F0932899B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7F6208-C6F4-4B0F-BFD8-0ABD14313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CAC9-31CC-4A52-A610-818177D4586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CADF7E-61FD-44FE-906C-0EBF9694A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C57B6F-0562-4C4A-A128-D2ADDA7CA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0CFA-72B4-401E-B135-0566ED72B5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079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04899-3047-40BF-9A5A-C5698E842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A63B67-DE44-4825-8011-18EC0F576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41C731-42E8-4227-B591-3412F4FBA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0B51E7-0C5B-44FC-A31D-FE677A9E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CAC9-31CC-4A52-A610-818177D4586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6E6878-B756-4573-B230-83756550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83B7B7-0D5E-4D8C-B51A-9023449BF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0CFA-72B4-401E-B135-0566ED72B5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110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2FE1C-B39B-4385-B4ED-62C8B18C9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AE6A57-B161-4120-8303-7F130AEE0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6BE8A2-CDE2-4DF1-8521-CC83DDA9F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D2C278F-3182-4D41-BF6F-42F5BD85F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D3C408-B73F-48D7-AF04-8EE3FA7E6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A8481A2-F5D1-4B04-A423-7E396C8A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CAC9-31CC-4A52-A610-818177D4586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CFEAE64-3AF3-4FD8-A5F4-CFCAFC418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D52693-99AC-456D-B1CC-4204CC628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0CFA-72B4-401E-B135-0566ED72B5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07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06B0A-07D1-468C-A1F7-6CAB30C31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DB6F1C1-EE23-4DC0-B0A1-5F5FDB292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CAC9-31CC-4A52-A610-818177D4586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333D56-6393-45DF-A2AE-276BA7068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A7F587-DAAD-420B-9851-C0458C7A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0CFA-72B4-401E-B135-0566ED72B5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3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E5A329-43E0-486F-A2D9-24203C624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CAC9-31CC-4A52-A610-818177D4586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F0F7B1-B13B-4AFF-B1BA-C4BB7AD29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B7D4C4-8AED-499E-A6EB-D9352696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0CFA-72B4-401E-B135-0566ED72B5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7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FF5C0-7270-495E-9D9C-48FB98FC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7427C1-4EED-4E38-B074-B9C253B32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1BA12B-BD09-412D-B1B3-68A4B8E0E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398401-D886-46B7-B74B-007BCBCE2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CAC9-31CC-4A52-A610-818177D4586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B617D4-E486-4975-8726-C789456EE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496A09-7F81-4C41-AFEC-58C435A4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0CFA-72B4-401E-B135-0566ED72B5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009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86FB2-10F0-4ABB-8F23-34248AB21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177860F-0D6E-4269-90B6-21873CF104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41E9E3-EE02-41C7-A11A-E0C85C05B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3035F4-75EC-45D7-890A-F4EA36465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CAC9-31CC-4A52-A610-818177D4586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9BB63D-8DC9-452D-9115-B91792F24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13BF74-D37E-404C-8319-5D54ABF1A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0CFA-72B4-401E-B135-0566ED72B5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187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98255-DDF1-4030-B362-99A763A20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94D8F5-DCD7-455B-A2FA-12DF4839D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4646DF-F350-434F-9A1A-B211716D4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CAC9-31CC-4A52-A610-818177D4586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472D42-C3B0-4844-827F-56E93A5D4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695FD1-2D78-475D-BBE8-65AFE3D48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0CFA-72B4-401E-B135-0566ED72B5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733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BDE95D-DBC0-4B8F-870B-C2C3CF954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BA6220-5525-4F0F-B720-7EF3EE51D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F454FB-588A-4761-A126-7ED982CC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CAC9-31CC-4A52-A610-818177D4586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D8FF29-9F15-4F19-BCB5-F604FC07A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D902F6-C614-4DD0-9423-AA53F6F79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0CFA-72B4-401E-B135-0566ED72B5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78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ACE1A1-EF2F-4CDC-A45D-EFDC3B66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E87F7C-E9FF-4BA5-BC2B-14846FD60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8342B6-6BFC-4156-A41F-CAD0240A6E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ECAC9-31CC-4A52-A610-818177D4586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F744F5-5BA5-4A22-B19A-E705AC57F3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468D4B-F889-4EF7-8887-DA0C8438A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C0CFA-72B4-401E-B135-0566ED72B5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73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2C7C9A9-BCF6-4772-BD1D-E742056E5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02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A50B0FA-9582-42B0-B8E3-1242D70B2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13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E00ECB7-2705-4E39-87C2-79CC37FC0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34" y="480601"/>
            <a:ext cx="10612331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76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72B59-3C11-4CFA-A90A-D19707D6D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1FA0E-D7EF-436C-8BAF-2CB573B5B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034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35E74-4BDA-4011-A836-E7E22F278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A49EF7-744A-4A6F-9299-19FD4716D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9193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YUHAN</cp:lastModifiedBy>
  <cp:revision>2</cp:revision>
  <dcterms:created xsi:type="dcterms:W3CDTF">2026-06-04T05:48:39Z</dcterms:created>
  <dcterms:modified xsi:type="dcterms:W3CDTF">2026-06-04T06:19:58Z</dcterms:modified>
</cp:coreProperties>
</file>